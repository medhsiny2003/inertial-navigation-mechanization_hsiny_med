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5" r:id="rId9"/>
    <p:sldId id="263" r:id="rId2"/>
    <p:sldId id="264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27F6B-0917-4A1C-B5DE-5CF45D18FBC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20D73-7EBB-4C2E-8637-8711E1449A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462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178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20D73-7EBB-4C2E-8637-8711E1449A3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7621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2561D-5B8A-491F-BF49-9A1B62BCB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204636-9DDC-4D15-99B0-E0C2CEA55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E8BDD1-A0CE-4250-9690-8F2B7C2C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7B03A2-A7F5-4E45-B737-6719B872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BF5D7C-1494-4772-BC50-60417EDBF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0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BC137E-AB96-4FF3-ADF7-284035DD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95FDB-4176-4A3D-B4A4-A2FBFAF0D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AF81E-3863-4659-B90D-B88545CCE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D8332-A171-4763-B917-B3A798FC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7BCB3-2E08-44F3-B9F1-BED90E68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6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6FB50-AF57-4A0E-857D-18C03BA65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B73FDB-7E9E-4E6B-BC31-E01DB991B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1D3B-5512-45EF-8723-C3088F0B7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5DDA0-6C16-4FC3-9600-08FB1B1E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FDDBA7-A2FB-4971-B4EF-1E83D2BC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94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B485E-A0E3-4E7A-A8C2-82F82EB5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773DD6-7FE1-46E9-900E-655E9BD1F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AACD4-0DCB-413E-A02D-C6D24460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FF4B18-A2CE-46B5-A88A-D9711BF2F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B898CE-35E2-4879-B650-580EBB2D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CBCCC4-DA68-4620-8258-EBC8082F3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11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E13C3-2500-4B73-867B-14C0ABB9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A06188-3E1A-4CDC-8915-797526DE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F0813-A078-4A3A-8AB0-C3A8A918A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FE530E-2318-4220-8BE5-83B69B43C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F1F669-38E9-41D9-B135-971756789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504A39-0BA2-4E0D-BB66-E3D97E4D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451720-6CEC-476B-A0B5-7F6343B40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D46EE9-5B39-4AD7-AA5F-FF4B89E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1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64D0E-BCE8-4E4F-9E9D-65746A101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BE88F0-DD4F-4A6F-8CD6-BDBF346F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09785A-17CE-4A22-93D8-CD45A31AB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E0EE18-D3A0-4F69-B78C-F690DF0F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493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50948-947C-4EFF-B836-6784D6C1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2E2DF-3246-4966-915E-8DBF576BB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948652-4CEC-490F-A921-5EF693F3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C5167-4EB1-425A-A989-72AE7DD7C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1A09BD-200D-402A-AC49-21D5A7154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E6578E-E670-493D-972F-8CD344DF0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3C7F9A-3908-4645-B594-37B00F70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F0C0F4-A0B3-4502-9119-2CA7E074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A7FBF8-2BA9-4261-A909-91FF6240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1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A5C6CA-3481-4E04-A04A-6097D494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1E198E-D642-4389-A3BF-A2DFA3390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3F0A22-833B-443B-ACE8-7BEC581FB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8A234D-CE06-4EC6-A5AB-4F2CBA5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D3282D-CCBA-4337-B2EF-F77B0CFB7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8BE68C-0DCB-4842-B830-6EBB0C44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07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2F5CA-527E-40C9-99BD-DC98BCA0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A7F36C-37F0-4D2B-8E49-24C3A579D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FD101-4309-4098-8C23-261B60E83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36E79-0FD2-4E4E-A08E-C6B74978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7BB147-08F3-4115-9FA6-A267FB3FF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1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640DA1-9FFD-4C25-9D4D-B99F37E85B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EC209A-AD15-4004-84B6-CC3C9130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47139C-F910-486E-B48A-C728860F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1ADA6D-FC00-4FF1-B882-31B21C772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A8876-E22B-43ED-94A7-37777E7E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986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8DE2AD-9456-4D06-90B4-5902CDC5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5AD24A-C94A-40BE-BBCF-FAC9B667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37F8FD-6D8C-41B5-9F93-B23C286B8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7DAF-FD08-4FAC-9676-A38CC7BEA738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0936C-AAF5-49B4-8FC1-672DFDB8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FD3D7-50DC-4EA9-B259-2C0998A50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2665D3-5B3D-4710-8809-9F1705F564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6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wmf"/><Relationship Id="rId6" Type="http://schemas.openxmlformats.org/officeDocument/2006/relationships/oleObject" Target="../embeddings/oleObject2.bin"/><Relationship Id="rId7" Type="http://schemas.openxmlformats.org/officeDocument/2006/relationships/image" Target="../media/image2.wmf"/><Relationship Id="rId8" Type="http://schemas.openxmlformats.org/officeDocument/2006/relationships/oleObject" Target="../embeddings/oleObject3.bin"/><Relationship Id="rId9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11" Type="http://schemas.openxmlformats.org/officeDocument/2006/relationships/oleObject" Target="../embeddings/oleObject5.bin"/><Relationship Id="rId12" Type="http://schemas.openxmlformats.org/officeDocument/2006/relationships/oleObject" Target="../embeddings/oleObject6.bin"/><Relationship Id="rId13" Type="http://schemas.openxmlformats.org/officeDocument/2006/relationships/oleObject" Target="../embeddings/oleObject7.bin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D10E21B-6967-46D0-B858-865BC4079008}"/>
              </a:ext>
            </a:extLst>
          </p:cNvPr>
          <p:cNvSpPr/>
          <p:nvPr/>
        </p:nvSpPr>
        <p:spPr>
          <a:xfrm>
            <a:off x="2319992" y="760558"/>
            <a:ext cx="1911240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Sample IMU Data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FCEDEA2D-F60C-4E86-94DA-CA8068FB74A4}"/>
              </a:ext>
            </a:extLst>
          </p:cNvPr>
          <p:cNvGrpSpPr/>
          <p:nvPr/>
        </p:nvGrpSpPr>
        <p:grpSpPr>
          <a:xfrm>
            <a:off x="2361760" y="1652968"/>
            <a:ext cx="1827704" cy="1325424"/>
            <a:chOff x="2361760" y="2037143"/>
            <a:chExt cx="1827704" cy="1325424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CBD1BDE-906C-4FA3-95B5-30545E552DE7}"/>
                </a:ext>
              </a:extLst>
            </p:cNvPr>
            <p:cNvGrpSpPr/>
            <p:nvPr/>
          </p:nvGrpSpPr>
          <p:grpSpPr>
            <a:xfrm>
              <a:off x="2367774" y="2054723"/>
              <a:ext cx="1771855" cy="1270687"/>
              <a:chOff x="2367774" y="2054723"/>
              <a:chExt cx="1771855" cy="1270687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B0145745-4592-4955-9E07-A694003036F4}"/>
                  </a:ext>
                </a:extLst>
              </p:cNvPr>
              <p:cNvGrpSpPr/>
              <p:nvPr/>
            </p:nvGrpSpPr>
            <p:grpSpPr>
              <a:xfrm>
                <a:off x="2367775" y="2054723"/>
                <a:ext cx="1771854" cy="356610"/>
                <a:chOff x="2367775" y="2054723"/>
                <a:chExt cx="1771854" cy="356610"/>
              </a:xfrm>
            </p:grpSpPr>
            <p:sp>
              <p:nvSpPr>
                <p:cNvPr id="22" name="矩形 21">
                  <a:extLst>
                    <a:ext uri="{FF2B5EF4-FFF2-40B4-BE49-F238E27FC236}">
                      <a16:creationId xmlns:a16="http://schemas.microsoft.com/office/drawing/2014/main" id="{A201CC86-459A-4FAB-86B9-353A65265B41}"/>
                    </a:ext>
                  </a:extLst>
                </p:cNvPr>
                <p:cNvSpPr/>
                <p:nvPr/>
              </p:nvSpPr>
              <p:spPr>
                <a:xfrm>
                  <a:off x="2411595" y="2069843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Velocity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E8C9017-637F-417B-B739-96C6402349EB}"/>
                    </a:ext>
                  </a:extLst>
                </p:cNvPr>
                <p:cNvSpPr txBox="1"/>
                <p:nvPr/>
              </p:nvSpPr>
              <p:spPr>
                <a:xfrm>
                  <a:off x="2367775" y="2054723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①</a:t>
                  </a:r>
                  <a:endParaRPr lang="zh-CN" altLang="en-US" sz="1200" dirty="0"/>
                </a:p>
              </p:txBody>
            </p:sp>
          </p:grp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627A51E-610C-4EC8-A836-D4A5829A9922}"/>
                  </a:ext>
                </a:extLst>
              </p:cNvPr>
              <p:cNvGrpSpPr/>
              <p:nvPr/>
            </p:nvGrpSpPr>
            <p:grpSpPr>
              <a:xfrm>
                <a:off x="2367774" y="2521550"/>
                <a:ext cx="1771855" cy="349050"/>
                <a:chOff x="2367774" y="2521550"/>
                <a:chExt cx="1771855" cy="349050"/>
              </a:xfrm>
            </p:grpSpPr>
            <p:sp>
              <p:nvSpPr>
                <p:cNvPr id="23" name="矩形 22">
                  <a:extLst>
                    <a:ext uri="{FF2B5EF4-FFF2-40B4-BE49-F238E27FC236}">
                      <a16:creationId xmlns:a16="http://schemas.microsoft.com/office/drawing/2014/main" id="{BB6950A8-19A1-4889-9322-3401A4CD1545}"/>
                    </a:ext>
                  </a:extLst>
                </p:cNvPr>
                <p:cNvSpPr/>
                <p:nvPr/>
              </p:nvSpPr>
              <p:spPr>
                <a:xfrm>
                  <a:off x="2411595" y="252911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Position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ABEDA81C-552B-4DFD-947D-047CB1F2B6A6}"/>
                    </a:ext>
                  </a:extLst>
                </p:cNvPr>
                <p:cNvSpPr txBox="1"/>
                <p:nvPr/>
              </p:nvSpPr>
              <p:spPr>
                <a:xfrm>
                  <a:off x="2367774" y="252155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②</a:t>
                  </a:r>
                  <a:endParaRPr lang="zh-CN" altLang="en-US" sz="1200" dirty="0"/>
                </a:p>
              </p:txBody>
            </p:sp>
          </p:grpSp>
          <p:grpSp>
            <p:nvGrpSpPr>
              <p:cNvPr id="5" name="组合 4">
                <a:extLst>
                  <a:ext uri="{FF2B5EF4-FFF2-40B4-BE49-F238E27FC236}">
                    <a16:creationId xmlns:a16="http://schemas.microsoft.com/office/drawing/2014/main" id="{FEE68B9E-66FF-496E-89DA-0C754D4E60A9}"/>
                  </a:ext>
                </a:extLst>
              </p:cNvPr>
              <p:cNvGrpSpPr/>
              <p:nvPr/>
            </p:nvGrpSpPr>
            <p:grpSpPr>
              <a:xfrm>
                <a:off x="2367774" y="2976360"/>
                <a:ext cx="1771855" cy="349050"/>
                <a:chOff x="2367774" y="2976360"/>
                <a:chExt cx="1771855" cy="349050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F2DB2A2E-F9B3-4294-9EC3-615BD3664F95}"/>
                    </a:ext>
                  </a:extLst>
                </p:cNvPr>
                <p:cNvSpPr/>
                <p:nvPr/>
              </p:nvSpPr>
              <p:spPr>
                <a:xfrm>
                  <a:off x="2411595" y="298392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Attitude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197CB3B5-D00C-43F9-A4F1-3CA314CB8827}"/>
                    </a:ext>
                  </a:extLst>
                </p:cNvPr>
                <p:cNvSpPr txBox="1"/>
                <p:nvPr/>
              </p:nvSpPr>
              <p:spPr>
                <a:xfrm>
                  <a:off x="2367774" y="297636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③</a:t>
                  </a:r>
                  <a:endParaRPr lang="zh-CN" altLang="en-US" sz="1200" dirty="0"/>
                </a:p>
              </p:txBody>
            </p:sp>
          </p:grpSp>
        </p:grp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C0A1C1E-586E-49D8-9D05-B8F470D0CD61}"/>
                </a:ext>
              </a:extLst>
            </p:cNvPr>
            <p:cNvSpPr/>
            <p:nvPr/>
          </p:nvSpPr>
          <p:spPr>
            <a:xfrm>
              <a:off x="2361760" y="2037143"/>
              <a:ext cx="1827704" cy="132542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BB49168-230D-4A54-A978-82369C93FE9E}"/>
              </a:ext>
            </a:extLst>
          </p:cNvPr>
          <p:cNvCxnSpPr>
            <a:cxnSpLocks/>
            <a:stCxn id="21" idx="2"/>
            <a:endCxn id="34" idx="0"/>
          </p:cNvCxnSpPr>
          <p:nvPr/>
        </p:nvCxnSpPr>
        <p:spPr>
          <a:xfrm>
            <a:off x="3275612" y="1231780"/>
            <a:ext cx="0" cy="4211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49E971D-115B-48B0-B716-38B614030DEA}"/>
              </a:ext>
            </a:extLst>
          </p:cNvPr>
          <p:cNvSpPr txBox="1"/>
          <p:nvPr/>
        </p:nvSpPr>
        <p:spPr>
          <a:xfrm>
            <a:off x="2814017" y="1319263"/>
            <a:ext cx="509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Debug &amp; Verify</a:t>
            </a:r>
          </a:p>
        </p:txBody>
      </p:sp>
      <p:sp>
        <p:nvSpPr>
          <p:cNvPr id="11" name="流程图: 决策 10">
            <a:extLst>
              <a:ext uri="{FF2B5EF4-FFF2-40B4-BE49-F238E27FC236}">
                <a16:creationId xmlns:a16="http://schemas.microsoft.com/office/drawing/2014/main" id="{35E31D1A-E4C7-454F-AE43-3BB274C78FC9}"/>
              </a:ext>
            </a:extLst>
          </p:cNvPr>
          <p:cNvSpPr/>
          <p:nvPr/>
        </p:nvSpPr>
        <p:spPr>
          <a:xfrm>
            <a:off x="2319992" y="3294811"/>
            <a:ext cx="1911240" cy="471222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Criteria Met?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2A6B8D4-D4CA-4236-8F18-D94A7D369107}"/>
              </a:ext>
            </a:extLst>
          </p:cNvPr>
          <p:cNvCxnSpPr>
            <a:cxnSpLocks/>
            <a:stCxn id="34" idx="2"/>
            <a:endCxn id="11" idx="0"/>
          </p:cNvCxnSpPr>
          <p:nvPr/>
        </p:nvCxnSpPr>
        <p:spPr>
          <a:xfrm>
            <a:off x="3275612" y="2978392"/>
            <a:ext cx="0" cy="316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连接符: 肘形 47">
            <a:extLst>
              <a:ext uri="{FF2B5EF4-FFF2-40B4-BE49-F238E27FC236}">
                <a16:creationId xmlns:a16="http://schemas.microsoft.com/office/drawing/2014/main" id="{2559BA47-D3E6-4EE4-B0AB-68576E8A053C}"/>
              </a:ext>
            </a:extLst>
          </p:cNvPr>
          <p:cNvCxnSpPr>
            <a:cxnSpLocks/>
            <a:stCxn id="11" idx="1"/>
            <a:endCxn id="40" idx="1"/>
          </p:cNvCxnSpPr>
          <p:nvPr/>
        </p:nvCxnSpPr>
        <p:spPr>
          <a:xfrm rot="10800000" flipH="1">
            <a:off x="2319991" y="1442374"/>
            <a:ext cx="494025" cy="2088048"/>
          </a:xfrm>
          <a:prstGeom prst="bentConnector3">
            <a:avLst>
              <a:gd name="adj1" fmla="val -58594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9224557-2FE5-46CD-B459-0D3CAF4A095F}"/>
              </a:ext>
            </a:extLst>
          </p:cNvPr>
          <p:cNvSpPr txBox="1"/>
          <p:nvPr/>
        </p:nvSpPr>
        <p:spPr>
          <a:xfrm>
            <a:off x="2037681" y="3294811"/>
            <a:ext cx="35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DCE24F6-2618-4E46-A378-2DE4AD9B6F13}"/>
              </a:ext>
            </a:extLst>
          </p:cNvPr>
          <p:cNvSpPr/>
          <p:nvPr/>
        </p:nvSpPr>
        <p:spPr>
          <a:xfrm>
            <a:off x="4911733" y="763351"/>
            <a:ext cx="1911240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Field IMU Data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95E7631-94BF-435D-AA4B-D74E42D701BB}"/>
              </a:ext>
            </a:extLst>
          </p:cNvPr>
          <p:cNvGrpSpPr/>
          <p:nvPr/>
        </p:nvGrpSpPr>
        <p:grpSpPr>
          <a:xfrm>
            <a:off x="4953500" y="1652968"/>
            <a:ext cx="1827704" cy="1325424"/>
            <a:chOff x="2361760" y="2037143"/>
            <a:chExt cx="1827704" cy="1325424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7091F071-F2A9-46BA-AF63-BFAD362DECED}"/>
                </a:ext>
              </a:extLst>
            </p:cNvPr>
            <p:cNvGrpSpPr/>
            <p:nvPr/>
          </p:nvGrpSpPr>
          <p:grpSpPr>
            <a:xfrm>
              <a:off x="2367774" y="2054723"/>
              <a:ext cx="1771855" cy="1270687"/>
              <a:chOff x="2367774" y="2054723"/>
              <a:chExt cx="1771855" cy="1270687"/>
            </a:xfrm>
          </p:grpSpPr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4D97E9AC-4AD2-4FB3-AA72-CFA3224F05FF}"/>
                  </a:ext>
                </a:extLst>
              </p:cNvPr>
              <p:cNvGrpSpPr/>
              <p:nvPr/>
            </p:nvGrpSpPr>
            <p:grpSpPr>
              <a:xfrm>
                <a:off x="2367775" y="2054723"/>
                <a:ext cx="1771854" cy="356610"/>
                <a:chOff x="2367775" y="2054723"/>
                <a:chExt cx="1771854" cy="356610"/>
              </a:xfrm>
            </p:grpSpPr>
            <p:sp>
              <p:nvSpPr>
                <p:cNvPr id="66" name="矩形 65">
                  <a:extLst>
                    <a:ext uri="{FF2B5EF4-FFF2-40B4-BE49-F238E27FC236}">
                      <a16:creationId xmlns:a16="http://schemas.microsoft.com/office/drawing/2014/main" id="{D9CC75EC-B48D-4155-AA37-1CD07976278E}"/>
                    </a:ext>
                  </a:extLst>
                </p:cNvPr>
                <p:cNvSpPr/>
                <p:nvPr/>
              </p:nvSpPr>
              <p:spPr>
                <a:xfrm>
                  <a:off x="2411595" y="2069843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Velocity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109D629E-B401-4122-A9CF-E1A946BE3663}"/>
                    </a:ext>
                  </a:extLst>
                </p:cNvPr>
                <p:cNvSpPr txBox="1"/>
                <p:nvPr/>
              </p:nvSpPr>
              <p:spPr>
                <a:xfrm>
                  <a:off x="2367775" y="2054723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①</a:t>
                  </a:r>
                  <a:endParaRPr lang="zh-CN" altLang="en-US" sz="1200" dirty="0"/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37510209-5CD2-4D43-9103-76ABD6DA3E99}"/>
                  </a:ext>
                </a:extLst>
              </p:cNvPr>
              <p:cNvGrpSpPr/>
              <p:nvPr/>
            </p:nvGrpSpPr>
            <p:grpSpPr>
              <a:xfrm>
                <a:off x="2367774" y="2521550"/>
                <a:ext cx="1771855" cy="349050"/>
                <a:chOff x="2367774" y="2521550"/>
                <a:chExt cx="1771855" cy="349050"/>
              </a:xfrm>
            </p:grpSpPr>
            <p:sp>
              <p:nvSpPr>
                <p:cNvPr id="64" name="矩形 63">
                  <a:extLst>
                    <a:ext uri="{FF2B5EF4-FFF2-40B4-BE49-F238E27FC236}">
                      <a16:creationId xmlns:a16="http://schemas.microsoft.com/office/drawing/2014/main" id="{041A10C9-3828-411D-B47F-1C35FD8FC338}"/>
                    </a:ext>
                  </a:extLst>
                </p:cNvPr>
                <p:cNvSpPr/>
                <p:nvPr/>
              </p:nvSpPr>
              <p:spPr>
                <a:xfrm>
                  <a:off x="2411595" y="252911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Position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001083F4-840F-49EE-A3A5-D1090FD7FF23}"/>
                    </a:ext>
                  </a:extLst>
                </p:cNvPr>
                <p:cNvSpPr txBox="1"/>
                <p:nvPr/>
              </p:nvSpPr>
              <p:spPr>
                <a:xfrm>
                  <a:off x="2367774" y="252155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②</a:t>
                  </a:r>
                  <a:endParaRPr lang="zh-CN" altLang="en-US" sz="1200" dirty="0"/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ED4D0C79-985A-4DF2-A22B-AB252EA7857D}"/>
                  </a:ext>
                </a:extLst>
              </p:cNvPr>
              <p:cNvGrpSpPr/>
              <p:nvPr/>
            </p:nvGrpSpPr>
            <p:grpSpPr>
              <a:xfrm>
                <a:off x="2367774" y="2976360"/>
                <a:ext cx="1771855" cy="349050"/>
                <a:chOff x="2367774" y="2976360"/>
                <a:chExt cx="1771855" cy="349050"/>
              </a:xfrm>
            </p:grpSpPr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A0EAFC0C-73AC-42B0-AA7D-E007C3258E20}"/>
                    </a:ext>
                  </a:extLst>
                </p:cNvPr>
                <p:cNvSpPr/>
                <p:nvPr/>
              </p:nvSpPr>
              <p:spPr>
                <a:xfrm>
                  <a:off x="2411595" y="2983920"/>
                  <a:ext cx="1728034" cy="3414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Update Attitude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6B555F16-2CA2-4EC9-AEC6-C22B32565975}"/>
                    </a:ext>
                  </a:extLst>
                </p:cNvPr>
                <p:cNvSpPr txBox="1"/>
                <p:nvPr/>
              </p:nvSpPr>
              <p:spPr>
                <a:xfrm>
                  <a:off x="2367774" y="2976360"/>
                  <a:ext cx="32267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200" b="1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③</a:t>
                  </a:r>
                  <a:endParaRPr lang="zh-CN" altLang="en-US" sz="1200" dirty="0"/>
                </a:p>
              </p:txBody>
            </p:sp>
          </p:grpSp>
        </p:grp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ED8F6C61-1E03-4D0E-9B19-D4884F1747BC}"/>
                </a:ext>
              </a:extLst>
            </p:cNvPr>
            <p:cNvSpPr/>
            <p:nvPr/>
          </p:nvSpPr>
          <p:spPr>
            <a:xfrm>
              <a:off x="2361760" y="2037143"/>
              <a:ext cx="1827704" cy="132542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E4460B47-F343-4C27-AE4A-E5FFC1F5C2E2}"/>
              </a:ext>
            </a:extLst>
          </p:cNvPr>
          <p:cNvCxnSpPr>
            <a:cxnSpLocks/>
            <a:stCxn id="11" idx="3"/>
            <a:endCxn id="54" idx="1"/>
          </p:cNvCxnSpPr>
          <p:nvPr/>
        </p:nvCxnSpPr>
        <p:spPr>
          <a:xfrm flipV="1">
            <a:off x="4231232" y="998962"/>
            <a:ext cx="680501" cy="253146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F5AC8743-AC24-43CC-AAEA-C726326B86D6}"/>
              </a:ext>
            </a:extLst>
          </p:cNvPr>
          <p:cNvSpPr txBox="1"/>
          <p:nvPr/>
        </p:nvSpPr>
        <p:spPr>
          <a:xfrm>
            <a:off x="4231232" y="3305889"/>
            <a:ext cx="3509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Yes</a:t>
            </a: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01E9DDCD-F53B-4A34-85B8-8F03AE13D7F8}"/>
              </a:ext>
            </a:extLst>
          </p:cNvPr>
          <p:cNvCxnSpPr>
            <a:cxnSpLocks/>
            <a:stCxn id="54" idx="2"/>
            <a:endCxn id="58" idx="0"/>
          </p:cNvCxnSpPr>
          <p:nvPr/>
        </p:nvCxnSpPr>
        <p:spPr>
          <a:xfrm flipH="1">
            <a:off x="5867352" y="1234573"/>
            <a:ext cx="1" cy="41839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6118A38-DEE0-4A71-A608-CE6F61695B7D}"/>
              </a:ext>
            </a:extLst>
          </p:cNvPr>
          <p:cNvCxnSpPr>
            <a:cxnSpLocks/>
            <a:stCxn id="54" idx="3"/>
            <a:endCxn id="81" idx="1"/>
          </p:cNvCxnSpPr>
          <p:nvPr/>
        </p:nvCxnSpPr>
        <p:spPr>
          <a:xfrm flipV="1">
            <a:off x="6822973" y="996169"/>
            <a:ext cx="680501" cy="27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65989ABE-1C0C-4F26-8941-4FF0FD2E7A7C}"/>
              </a:ext>
            </a:extLst>
          </p:cNvPr>
          <p:cNvSpPr/>
          <p:nvPr/>
        </p:nvSpPr>
        <p:spPr>
          <a:xfrm>
            <a:off x="7503474" y="825424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Reference Solution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72D0AC4-EF1A-4AAB-BB9A-40B0A53EB209}"/>
              </a:ext>
            </a:extLst>
          </p:cNvPr>
          <p:cNvSpPr/>
          <p:nvPr/>
        </p:nvSpPr>
        <p:spPr>
          <a:xfrm>
            <a:off x="5003335" y="3359677"/>
            <a:ext cx="1728034" cy="341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Evaluation &amp; Analysis</a:t>
            </a:r>
            <a:endParaRPr lang="en-US" altLang="zh-CN" sz="1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CED75DF2-A1C8-498F-A870-866031278524}"/>
              </a:ext>
            </a:extLst>
          </p:cNvPr>
          <p:cNvCxnSpPr>
            <a:cxnSpLocks/>
            <a:stCxn id="58" idx="2"/>
            <a:endCxn id="90" idx="0"/>
          </p:cNvCxnSpPr>
          <p:nvPr/>
        </p:nvCxnSpPr>
        <p:spPr>
          <a:xfrm>
            <a:off x="5867352" y="2978392"/>
            <a:ext cx="0" cy="3812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连接符: 肘形 93">
            <a:extLst>
              <a:ext uri="{FF2B5EF4-FFF2-40B4-BE49-F238E27FC236}">
                <a16:creationId xmlns:a16="http://schemas.microsoft.com/office/drawing/2014/main" id="{130F618D-4D55-429B-8B9A-9F1FD80ECAFC}"/>
              </a:ext>
            </a:extLst>
          </p:cNvPr>
          <p:cNvCxnSpPr>
            <a:cxnSpLocks/>
            <a:stCxn id="81" idx="2"/>
            <a:endCxn id="90" idx="3"/>
          </p:cNvCxnSpPr>
          <p:nvPr/>
        </p:nvCxnSpPr>
        <p:spPr>
          <a:xfrm rot="5400000">
            <a:off x="6367676" y="1530607"/>
            <a:ext cx="2363508" cy="163612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C83D03B4-192B-423C-B238-248E2CCFC63E}"/>
              </a:ext>
            </a:extLst>
          </p:cNvPr>
          <p:cNvSpPr txBox="1"/>
          <p:nvPr/>
        </p:nvSpPr>
        <p:spPr>
          <a:xfrm>
            <a:off x="7230076" y="3305888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Ground Truth</a:t>
            </a:r>
          </a:p>
        </p:txBody>
      </p: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AAD95D6F-94D6-41D1-ACCE-78536FFC15DA}"/>
              </a:ext>
            </a:extLst>
          </p:cNvPr>
          <p:cNvCxnSpPr>
            <a:cxnSpLocks/>
          </p:cNvCxnSpPr>
          <p:nvPr/>
        </p:nvCxnSpPr>
        <p:spPr>
          <a:xfrm rot="5400000">
            <a:off x="6999965" y="948156"/>
            <a:ext cx="1148766" cy="1586287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6923E7E-00C8-4C36-99EC-6B8DF546326D}"/>
              </a:ext>
            </a:extLst>
          </p:cNvPr>
          <p:cNvSpPr txBox="1"/>
          <p:nvPr/>
        </p:nvSpPr>
        <p:spPr>
          <a:xfrm>
            <a:off x="7230076" y="2098696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ZUPT Correction</a:t>
            </a:r>
          </a:p>
        </p:txBody>
      </p:sp>
    </p:spTree>
    <p:extLst>
      <p:ext uri="{BB962C8B-B14F-4D97-AF65-F5344CB8AC3E}">
        <p14:creationId xmlns:p14="http://schemas.microsoft.com/office/powerpoint/2010/main" val="1648884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8DA81C7-3C49-43AE-91AB-67219A50F545}"/>
              </a:ext>
            </a:extLst>
          </p:cNvPr>
          <p:cNvSpPr/>
          <p:nvPr/>
        </p:nvSpPr>
        <p:spPr>
          <a:xfrm>
            <a:off x="4343344" y="153597"/>
            <a:ext cx="192109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Sample IMU Data </a:t>
            </a: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 </a:t>
            </a:r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Field IMU Data</a:t>
            </a: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64B862C-CC22-4EB2-A96E-22BDC9412F6E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5301779" y="624819"/>
            <a:ext cx="2114" cy="6603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9DCAD244-FA69-4284-8234-D0418F9EFDB2}"/>
              </a:ext>
            </a:extLst>
          </p:cNvPr>
          <p:cNvSpPr/>
          <p:nvPr/>
        </p:nvSpPr>
        <p:spPr>
          <a:xfrm>
            <a:off x="7125966" y="150226"/>
            <a:ext cx="1202485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Ground Truth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EED6EBE7-896F-4564-9D65-983FAFE44875}"/>
              </a:ext>
            </a:extLst>
          </p:cNvPr>
          <p:cNvCxnSpPr>
            <a:cxnSpLocks/>
            <a:stCxn id="73" idx="2"/>
            <a:endCxn id="79" idx="0"/>
          </p:cNvCxnSpPr>
          <p:nvPr/>
        </p:nvCxnSpPr>
        <p:spPr>
          <a:xfrm>
            <a:off x="5302224" y="2712970"/>
            <a:ext cx="673" cy="95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A8747E6-8CFC-4093-A809-96CED94DDB84}"/>
              </a:ext>
            </a:extLst>
          </p:cNvPr>
          <p:cNvCxnSpPr>
            <a:cxnSpLocks/>
            <a:stCxn id="76" idx="2"/>
            <a:endCxn id="73" idx="3"/>
          </p:cNvCxnSpPr>
          <p:nvPr/>
        </p:nvCxnSpPr>
        <p:spPr>
          <a:xfrm rot="5400000">
            <a:off x="5986337" y="801352"/>
            <a:ext cx="1920777" cy="1560968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86113459-8B82-4A16-B187-D0DB8F4F09C6}"/>
              </a:ext>
            </a:extLst>
          </p:cNvPr>
          <p:cNvSpPr txBox="1"/>
          <p:nvPr/>
        </p:nvSpPr>
        <p:spPr>
          <a:xfrm>
            <a:off x="6509722" y="2273871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ZUPT Correction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1506AD2-A904-4AAB-BF69-AA2BB1F59A9B}"/>
              </a:ext>
            </a:extLst>
          </p:cNvPr>
          <p:cNvCxnSpPr>
            <a:cxnSpLocks/>
            <a:stCxn id="79" idx="2"/>
            <a:endCxn id="86" idx="0"/>
          </p:cNvCxnSpPr>
          <p:nvPr/>
        </p:nvCxnSpPr>
        <p:spPr>
          <a:xfrm flipH="1">
            <a:off x="5298964" y="4007158"/>
            <a:ext cx="3933" cy="95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组合 271">
            <a:extLst>
              <a:ext uri="{FF2B5EF4-FFF2-40B4-BE49-F238E27FC236}">
                <a16:creationId xmlns:a16="http://schemas.microsoft.com/office/drawing/2014/main" id="{6312264A-ED5B-4BDC-BA86-99737A3C0933}"/>
              </a:ext>
            </a:extLst>
          </p:cNvPr>
          <p:cNvGrpSpPr/>
          <p:nvPr/>
        </p:nvGrpSpPr>
        <p:grpSpPr>
          <a:xfrm>
            <a:off x="4362679" y="1285207"/>
            <a:ext cx="1812335" cy="1086273"/>
            <a:chOff x="4359865" y="869786"/>
            <a:chExt cx="1812335" cy="1086273"/>
          </a:xfrm>
        </p:grpSpPr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A0184CD1-459B-455E-BF65-733F90695271}"/>
                </a:ext>
              </a:extLst>
            </p:cNvPr>
            <p:cNvCxnSpPr>
              <a:cxnSpLocks/>
            </p:cNvCxnSpPr>
            <p:nvPr/>
          </p:nvCxnSpPr>
          <p:spPr>
            <a:xfrm>
              <a:off x="4809430" y="1305134"/>
              <a:ext cx="0" cy="65092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5D54FC94-8CA0-4087-A2B8-6A7A2D3EC13F}"/>
                </a:ext>
              </a:extLst>
            </p:cNvPr>
            <p:cNvCxnSpPr>
              <a:cxnSpLocks/>
            </p:cNvCxnSpPr>
            <p:nvPr/>
          </p:nvCxnSpPr>
          <p:spPr>
            <a:xfrm>
              <a:off x="5727291" y="1304961"/>
              <a:ext cx="0" cy="6510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1FF06BA-05A1-4B0E-AC4F-AA7CD3A3FC0C}"/>
                </a:ext>
              </a:extLst>
            </p:cNvPr>
            <p:cNvGrpSpPr/>
            <p:nvPr/>
          </p:nvGrpSpPr>
          <p:grpSpPr>
            <a:xfrm>
              <a:off x="4359865" y="869786"/>
              <a:ext cx="1812335" cy="452602"/>
              <a:chOff x="4359865" y="869786"/>
              <a:chExt cx="1812335" cy="452602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960576A8-88FB-419F-9814-EE3E018CEB0D}"/>
                  </a:ext>
                </a:extLst>
              </p:cNvPr>
              <p:cNvGrpSpPr/>
              <p:nvPr/>
            </p:nvGrpSpPr>
            <p:grpSpPr>
              <a:xfrm>
                <a:off x="4425950" y="869786"/>
                <a:ext cx="1746250" cy="452602"/>
                <a:chOff x="4425950" y="799447"/>
                <a:chExt cx="1746250" cy="452602"/>
              </a:xfrm>
            </p:grpSpPr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A8AFBCD0-2C07-4789-9FC5-5DE24F59BA3C}"/>
                    </a:ext>
                  </a:extLst>
                </p:cNvPr>
                <p:cNvSpPr/>
                <p:nvPr/>
              </p:nvSpPr>
              <p:spPr>
                <a:xfrm>
                  <a:off x="4434948" y="799447"/>
                  <a:ext cx="1728034" cy="43517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 b="1" dirty="0">
                      <a:solidFill>
                        <a:schemeClr val="tx1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Standardize Units</a:t>
                  </a:r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algn="ctr"/>
                  <a:endPara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aphicFrame>
              <p:nvGraphicFramePr>
                <p:cNvPr id="7" name="对象 6">
                  <a:extLst>
                    <a:ext uri="{FF2B5EF4-FFF2-40B4-BE49-F238E27FC236}">
                      <a16:creationId xmlns:a16="http://schemas.microsoft.com/office/drawing/2014/main" id="{BDC2B427-7005-44F0-A1DA-08FA6106946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472466906"/>
                    </p:ext>
                  </p:extLst>
                </p:nvPr>
              </p:nvGraphicFramePr>
              <p:xfrm>
                <a:off x="4425950" y="1042499"/>
                <a:ext cx="1746250" cy="2095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168" name="Equation" r:id="rId4" imgW="1803240" imgH="215640" progId="Equation.DSMT4">
                        <p:embed/>
                      </p:oleObj>
                    </mc:Choice>
                    <mc:Fallback>
                      <p:oleObj name="Equation" r:id="rId4" imgW="1803240" imgH="2156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25950" y="1042499"/>
                              <a:ext cx="1746250" cy="2095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4D2B9707-CBFC-47A1-9EF4-A9583C8BFD68}"/>
                  </a:ext>
                </a:extLst>
              </p:cNvPr>
              <p:cNvSpPr txBox="1"/>
              <p:nvPr/>
            </p:nvSpPr>
            <p:spPr>
              <a:xfrm>
                <a:off x="4359865" y="957321"/>
                <a:ext cx="39365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cur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5" name="文本框 94">
            <a:extLst>
              <a:ext uri="{FF2B5EF4-FFF2-40B4-BE49-F238E27FC236}">
                <a16:creationId xmlns:a16="http://schemas.microsoft.com/office/drawing/2014/main" id="{E6260BEA-1B84-4709-8E81-24CA7E9BF440}"/>
              </a:ext>
            </a:extLst>
          </p:cNvPr>
          <p:cNvSpPr txBox="1"/>
          <p:nvPr/>
        </p:nvSpPr>
        <p:spPr>
          <a:xfrm>
            <a:off x="5302651" y="614924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Read IMU Epoch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5B9DAB8-CE59-4806-8F8C-2294A831F060}"/>
              </a:ext>
            </a:extLst>
          </p:cNvPr>
          <p:cNvGrpSpPr/>
          <p:nvPr/>
        </p:nvGrpSpPr>
        <p:grpSpPr>
          <a:xfrm>
            <a:off x="4421370" y="2362472"/>
            <a:ext cx="1744871" cy="350498"/>
            <a:chOff x="4418110" y="1556654"/>
            <a:chExt cx="1744871" cy="35049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E699D1C-8D87-46FB-98B7-88B87CAE7105}"/>
                </a:ext>
              </a:extLst>
            </p:cNvPr>
            <p:cNvGrpSpPr/>
            <p:nvPr/>
          </p:nvGrpSpPr>
          <p:grpSpPr>
            <a:xfrm>
              <a:off x="4418110" y="1556654"/>
              <a:ext cx="1744871" cy="350498"/>
              <a:chOff x="4418110" y="1556654"/>
              <a:chExt cx="1744871" cy="350498"/>
            </a:xfrm>
          </p:grpSpPr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BCE221D-7872-4834-9776-6A52B21245E2}"/>
                  </a:ext>
                </a:extLst>
              </p:cNvPr>
              <p:cNvSpPr txBox="1"/>
              <p:nvPr/>
            </p:nvSpPr>
            <p:spPr>
              <a:xfrm>
                <a:off x="4418110" y="1556654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①</a:t>
                </a:r>
                <a:endParaRPr lang="zh-CN" altLang="en-US" sz="1200" dirty="0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06ACB2F4-354C-47FD-9DC4-8928D9E4F218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Velocity Update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5BC29B5-83E3-4DC3-B291-7FCB5BAFB87D}"/>
                </a:ext>
              </a:extLst>
            </p:cNvPr>
            <p:cNvSpPr txBox="1"/>
            <p:nvPr/>
          </p:nvSpPr>
          <p:spPr>
            <a:xfrm>
              <a:off x="5597179" y="1609601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AD5A8BC-DBEF-457C-9BB4-F7C3F629416A}"/>
              </a:ext>
            </a:extLst>
          </p:cNvPr>
          <p:cNvGrpSpPr/>
          <p:nvPr/>
        </p:nvGrpSpPr>
        <p:grpSpPr>
          <a:xfrm>
            <a:off x="4418111" y="3648372"/>
            <a:ext cx="1748803" cy="358786"/>
            <a:chOff x="4418111" y="2150426"/>
            <a:chExt cx="1748803" cy="358786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9817A302-2484-477B-BE44-C026E198455D}"/>
                </a:ext>
              </a:extLst>
            </p:cNvPr>
            <p:cNvGrpSpPr/>
            <p:nvPr/>
          </p:nvGrpSpPr>
          <p:grpSpPr>
            <a:xfrm>
              <a:off x="4418111" y="2150426"/>
              <a:ext cx="1748803" cy="358786"/>
              <a:chOff x="4414178" y="1548366"/>
              <a:chExt cx="1748803" cy="358786"/>
            </a:xfrm>
          </p:grpSpPr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AABBC6B7-F1E3-49EF-9996-AEA1E14936CF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Position Update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82401611-066C-4DC3-B9AD-5728D9CBA782}"/>
                  </a:ext>
                </a:extLst>
              </p:cNvPr>
              <p:cNvSpPr txBox="1"/>
              <p:nvPr/>
            </p:nvSpPr>
            <p:spPr>
              <a:xfrm>
                <a:off x="4414178" y="1548366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②</a:t>
                </a:r>
              </a:p>
            </p:txBody>
          </p:sp>
        </p:grp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896E2C14-5700-4EE2-A3DD-E38905007ADC}"/>
                </a:ext>
              </a:extLst>
            </p:cNvPr>
            <p:cNvSpPr txBox="1"/>
            <p:nvPr/>
          </p:nvSpPr>
          <p:spPr>
            <a:xfrm>
              <a:off x="5597179" y="2215356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8937657-D8C0-4716-8D2F-5CC348309ADB}"/>
              </a:ext>
            </a:extLst>
          </p:cNvPr>
          <p:cNvGrpSpPr/>
          <p:nvPr/>
        </p:nvGrpSpPr>
        <p:grpSpPr>
          <a:xfrm>
            <a:off x="4414178" y="4942560"/>
            <a:ext cx="1748803" cy="358786"/>
            <a:chOff x="4416416" y="2752486"/>
            <a:chExt cx="1748803" cy="358786"/>
          </a:xfrm>
        </p:grpSpPr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9D50CF90-B893-487B-9487-B8940D324B7C}"/>
                </a:ext>
              </a:extLst>
            </p:cNvPr>
            <p:cNvGrpSpPr/>
            <p:nvPr/>
          </p:nvGrpSpPr>
          <p:grpSpPr>
            <a:xfrm>
              <a:off x="4416416" y="2752486"/>
              <a:ext cx="1748803" cy="358786"/>
              <a:chOff x="4414178" y="1548366"/>
              <a:chExt cx="1748803" cy="358786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7D85A54-177E-4269-9CA0-50707B6F4E7F}"/>
                  </a:ext>
                </a:extLst>
              </p:cNvPr>
              <p:cNvSpPr/>
              <p:nvPr/>
            </p:nvSpPr>
            <p:spPr>
              <a:xfrm>
                <a:off x="4434947" y="1565662"/>
                <a:ext cx="1728034" cy="34149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Attitude Update</a:t>
                </a:r>
                <a:endPara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5A9F62A7-E721-4E7D-94A8-8DDCF7B0C708}"/>
                  </a:ext>
                </a:extLst>
              </p:cNvPr>
              <p:cNvSpPr txBox="1"/>
              <p:nvPr/>
            </p:nvSpPr>
            <p:spPr>
              <a:xfrm>
                <a:off x="4414178" y="1548366"/>
                <a:ext cx="32267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2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③</a:t>
                </a:r>
              </a:p>
            </p:txBody>
          </p:sp>
        </p:grp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F3CC8DA-6E84-4BB1-9AB8-18F8F16DD0CB}"/>
                </a:ext>
              </a:extLst>
            </p:cNvPr>
            <p:cNvSpPr txBox="1"/>
            <p:nvPr/>
          </p:nvSpPr>
          <p:spPr>
            <a:xfrm>
              <a:off x="5597179" y="2817416"/>
              <a:ext cx="3936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cur</a:t>
              </a:r>
              <a:endParaRPr lang="zh-CN" altLang="en-US" sz="10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2" name="连接符: 肘形 131">
            <a:extLst>
              <a:ext uri="{FF2B5EF4-FFF2-40B4-BE49-F238E27FC236}">
                <a16:creationId xmlns:a16="http://schemas.microsoft.com/office/drawing/2014/main" id="{5C411522-97B0-48C8-B1B0-80A2A7AA875D}"/>
              </a:ext>
            </a:extLst>
          </p:cNvPr>
          <p:cNvCxnSpPr>
            <a:cxnSpLocks/>
            <a:stCxn id="199" idx="3"/>
            <a:endCxn id="74" idx="1"/>
          </p:cNvCxnSpPr>
          <p:nvPr/>
        </p:nvCxnSpPr>
        <p:spPr>
          <a:xfrm>
            <a:off x="3596348" y="1492982"/>
            <a:ext cx="825022" cy="1007990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5" name="组合 204">
            <a:extLst>
              <a:ext uri="{FF2B5EF4-FFF2-40B4-BE49-F238E27FC236}">
                <a16:creationId xmlns:a16="http://schemas.microsoft.com/office/drawing/2014/main" id="{05CBD5C3-51BC-48CA-856F-E996EB0672B1}"/>
              </a:ext>
            </a:extLst>
          </p:cNvPr>
          <p:cNvGrpSpPr/>
          <p:nvPr/>
        </p:nvGrpSpPr>
        <p:grpSpPr>
          <a:xfrm>
            <a:off x="1130437" y="157667"/>
            <a:ext cx="2465911" cy="2670630"/>
            <a:chOff x="1384456" y="99152"/>
            <a:chExt cx="2465911" cy="2670630"/>
          </a:xfrm>
        </p:grpSpPr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2BF62A9D-5DC2-4D96-A9B6-8B8A93FD798B}"/>
                </a:ext>
              </a:extLst>
            </p:cNvPr>
            <p:cNvGrpSpPr/>
            <p:nvPr/>
          </p:nvGrpSpPr>
          <p:grpSpPr>
            <a:xfrm>
              <a:off x="1584606" y="1247019"/>
              <a:ext cx="938919" cy="435010"/>
              <a:chOff x="2209759" y="1058740"/>
              <a:chExt cx="925355" cy="435010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777E3FA4-55CA-4DC5-8D60-2E4A5054AB84}"/>
                  </a:ext>
                </a:extLst>
              </p:cNvPr>
              <p:cNvSpPr/>
              <p:nvPr/>
            </p:nvSpPr>
            <p:spPr>
              <a:xfrm>
                <a:off x="2209760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Velocity</a:t>
                </a: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005F8AAF-6383-4CD2-94C7-7B0FBC8E3A19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3" name="组合 112">
              <a:extLst>
                <a:ext uri="{FF2B5EF4-FFF2-40B4-BE49-F238E27FC236}">
                  <a16:creationId xmlns:a16="http://schemas.microsoft.com/office/drawing/2014/main" id="{8257FE96-E49B-431E-97B8-D9D9D5DD73F8}"/>
                </a:ext>
              </a:extLst>
            </p:cNvPr>
            <p:cNvGrpSpPr/>
            <p:nvPr/>
          </p:nvGrpSpPr>
          <p:grpSpPr>
            <a:xfrm>
              <a:off x="1584607" y="1721299"/>
              <a:ext cx="938918" cy="435010"/>
              <a:chOff x="2209759" y="1058740"/>
              <a:chExt cx="925354" cy="435010"/>
            </a:xfrm>
          </p:grpSpPr>
          <p:sp>
            <p:nvSpPr>
              <p:cNvPr id="114" name="矩形: 圆角 113">
                <a:extLst>
                  <a:ext uri="{FF2B5EF4-FFF2-40B4-BE49-F238E27FC236}">
                    <a16:creationId xmlns:a16="http://schemas.microsoft.com/office/drawing/2014/main" id="{6542C2CC-7EA3-4EB8-9FD8-F54A48B855C7}"/>
                  </a:ext>
                </a:extLst>
              </p:cNvPr>
              <p:cNvSpPr/>
              <p:nvPr/>
            </p:nvSpPr>
            <p:spPr>
              <a:xfrm>
                <a:off x="2209759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Velocity</a:t>
                </a:r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1953556D-D77E-4500-A055-D9100395C24A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1384F7DA-5A62-4752-82DA-BED75B760C94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26B280E4-E800-4336-950C-5AAA838B0158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7F5F65D0-B7C5-47D7-91CB-BA80C853D4EE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91" name="矩形: 圆角 90">
                    <a:extLst>
                      <a:ext uri="{FF2B5EF4-FFF2-40B4-BE49-F238E27FC236}">
                        <a16:creationId xmlns:a16="http://schemas.microsoft.com/office/drawing/2014/main" id="{5BA45EDF-60E0-4BED-BC1E-14D459B09F24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36" name="对象 35">
                    <a:extLst>
                      <a:ext uri="{FF2B5EF4-FFF2-40B4-BE49-F238E27FC236}">
                        <a16:creationId xmlns:a16="http://schemas.microsoft.com/office/drawing/2014/main" id="{C420F992-D6D4-4E3B-BDF1-A99407C63E1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52919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69" name="Equation" r:id="rId6" imgW="1803240" imgH="215640" progId="Equation.DSMT4">
                          <p:embed/>
                        </p:oleObj>
                      </mc:Choice>
                      <mc:Fallback>
                        <p:oleObj name="Equation" r:id="rId6" imgW="1803240" imgH="21564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35F41EC7-E56D-4AC2-9C09-2DA904E90E24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8" name="组合 97">
                <a:extLst>
                  <a:ext uri="{FF2B5EF4-FFF2-40B4-BE49-F238E27FC236}">
                    <a16:creationId xmlns:a16="http://schemas.microsoft.com/office/drawing/2014/main" id="{9C7261EE-C905-4014-A7F6-ED5E9BA0CF99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99" name="组合 98">
                  <a:extLst>
                    <a:ext uri="{FF2B5EF4-FFF2-40B4-BE49-F238E27FC236}">
                      <a16:creationId xmlns:a16="http://schemas.microsoft.com/office/drawing/2014/main" id="{48EC0273-677A-4517-BB0F-5F53BC178FF3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102" name="矩形: 圆角 101">
                    <a:extLst>
                      <a:ext uri="{FF2B5EF4-FFF2-40B4-BE49-F238E27FC236}">
                        <a16:creationId xmlns:a16="http://schemas.microsoft.com/office/drawing/2014/main" id="{FDCBD985-F6C5-4706-BC25-8D282199E84C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103" name="对象 102">
                    <a:extLst>
                      <a:ext uri="{FF2B5EF4-FFF2-40B4-BE49-F238E27FC236}">
                        <a16:creationId xmlns:a16="http://schemas.microsoft.com/office/drawing/2014/main" id="{D044FCD8-FAC0-4587-85D2-ED9EE037FE2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63450810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0" name="Equation" r:id="rId8" imgW="1803240" imgH="215640" progId="Equation.DSMT4">
                          <p:embed/>
                        </p:oleObj>
                      </mc:Choice>
                      <mc:Fallback>
                        <p:oleObj name="Equation" r:id="rId8" imgW="1803240" imgH="215640" progId="Equation.DSMT4">
                          <p:embed/>
                          <p:pic>
                            <p:nvPicPr>
                              <p:cNvPr id="36" name="对象 35">
                                <a:extLst>
                                  <a:ext uri="{FF2B5EF4-FFF2-40B4-BE49-F238E27FC236}">
                                    <a16:creationId xmlns:a16="http://schemas.microsoft.com/office/drawing/2014/main" id="{C420F992-D6D4-4E3B-BDF1-A99407C63E1D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F4A0F16F-4A00-451F-A1B7-046C6E331697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7BEBE5F7-6ED7-4B58-AC15-F2D1FBBE2232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5DE2BC1C-4354-42E6-B319-8D89FCDC52F5}"/>
                </a:ext>
              </a:extLst>
            </p:cNvPr>
            <p:cNvSpPr/>
            <p:nvPr/>
          </p:nvSpPr>
          <p:spPr>
            <a:xfrm>
              <a:off x="1516811" y="1251706"/>
              <a:ext cx="1064218" cy="96647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91" name="组合 190">
              <a:extLst>
                <a:ext uri="{FF2B5EF4-FFF2-40B4-BE49-F238E27FC236}">
                  <a16:creationId xmlns:a16="http://schemas.microsoft.com/office/drawing/2014/main" id="{3E22CB9A-5938-43D4-89B0-E49CBF3DE439}"/>
                </a:ext>
              </a:extLst>
            </p:cNvPr>
            <p:cNvGrpSpPr/>
            <p:nvPr/>
          </p:nvGrpSpPr>
          <p:grpSpPr>
            <a:xfrm>
              <a:off x="2647114" y="1238300"/>
              <a:ext cx="1064218" cy="977056"/>
              <a:chOff x="1531096" y="2224295"/>
              <a:chExt cx="1064218" cy="977056"/>
            </a:xfrm>
          </p:grpSpPr>
          <p:grpSp>
            <p:nvGrpSpPr>
              <p:cNvPr id="119" name="组合 118">
                <a:extLst>
                  <a:ext uri="{FF2B5EF4-FFF2-40B4-BE49-F238E27FC236}">
                    <a16:creationId xmlns:a16="http://schemas.microsoft.com/office/drawing/2014/main" id="{30F07897-8B27-4C33-8886-13FC696B345D}"/>
                  </a:ext>
                </a:extLst>
              </p:cNvPr>
              <p:cNvGrpSpPr/>
              <p:nvPr/>
            </p:nvGrpSpPr>
            <p:grpSpPr>
              <a:xfrm>
                <a:off x="1584604" y="2727291"/>
                <a:ext cx="938918" cy="409130"/>
                <a:chOff x="2209757" y="1058740"/>
                <a:chExt cx="925354" cy="409130"/>
              </a:xfrm>
            </p:grpSpPr>
            <p:sp>
              <p:nvSpPr>
                <p:cNvPr id="120" name="矩形: 圆角 119">
                  <a:extLst>
                    <a:ext uri="{FF2B5EF4-FFF2-40B4-BE49-F238E27FC236}">
                      <a16:creationId xmlns:a16="http://schemas.microsoft.com/office/drawing/2014/main" id="{BC391D80-6733-4DC9-A5AB-08F1B9ED29C0}"/>
                    </a:ext>
                  </a:extLst>
                </p:cNvPr>
                <p:cNvSpPr/>
                <p:nvPr/>
              </p:nvSpPr>
              <p:spPr>
                <a:xfrm>
                  <a:off x="2209757" y="108296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Position</a:t>
                  </a:r>
                </a:p>
              </p:txBody>
            </p:sp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444B55C-0D3A-45E1-ABAC-ADFCAF0CB61C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87" name="组合 186">
                <a:extLst>
                  <a:ext uri="{FF2B5EF4-FFF2-40B4-BE49-F238E27FC236}">
                    <a16:creationId xmlns:a16="http://schemas.microsoft.com/office/drawing/2014/main" id="{C10AD693-0D77-4BEF-83C7-93DE317373ED}"/>
                  </a:ext>
                </a:extLst>
              </p:cNvPr>
              <p:cNvGrpSpPr/>
              <p:nvPr/>
            </p:nvGrpSpPr>
            <p:grpSpPr>
              <a:xfrm>
                <a:off x="1584604" y="2224295"/>
                <a:ext cx="938921" cy="435010"/>
                <a:chOff x="2209759" y="1058740"/>
                <a:chExt cx="925357" cy="435010"/>
              </a:xfrm>
            </p:grpSpPr>
            <p:sp>
              <p:nvSpPr>
                <p:cNvPr id="188" name="矩形: 圆角 187">
                  <a:extLst>
                    <a:ext uri="{FF2B5EF4-FFF2-40B4-BE49-F238E27FC236}">
                      <a16:creationId xmlns:a16="http://schemas.microsoft.com/office/drawing/2014/main" id="{DE32086C-ABC2-4CF7-9043-2A47A0F09E08}"/>
                    </a:ext>
                  </a:extLst>
                </p:cNvPr>
                <p:cNvSpPr/>
                <p:nvPr/>
              </p:nvSpPr>
              <p:spPr>
                <a:xfrm>
                  <a:off x="2209762" y="110884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Position</a:t>
                  </a:r>
                </a:p>
              </p:txBody>
            </p:sp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928B2356-636D-4355-90DB-C333280E63B1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90" name="矩形: 圆角 189">
                <a:extLst>
                  <a:ext uri="{FF2B5EF4-FFF2-40B4-BE49-F238E27FC236}">
                    <a16:creationId xmlns:a16="http://schemas.microsoft.com/office/drawing/2014/main" id="{AF4C95B0-B503-4969-AAC7-92C8669DC243}"/>
                  </a:ext>
                </a:extLst>
              </p:cNvPr>
              <p:cNvSpPr/>
              <p:nvPr/>
            </p:nvSpPr>
            <p:spPr>
              <a:xfrm>
                <a:off x="1531096" y="2234881"/>
                <a:ext cx="1064218" cy="96647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399F3244-1678-449D-9394-440C1ABB91A8}"/>
                </a:ext>
              </a:extLst>
            </p:cNvPr>
            <p:cNvGrpSpPr/>
            <p:nvPr/>
          </p:nvGrpSpPr>
          <p:grpSpPr>
            <a:xfrm>
              <a:off x="1579459" y="2224295"/>
              <a:ext cx="938921" cy="435010"/>
              <a:chOff x="2209759" y="1058740"/>
              <a:chExt cx="925357" cy="435010"/>
            </a:xfrm>
          </p:grpSpPr>
          <p:sp>
            <p:nvSpPr>
              <p:cNvPr id="197" name="矩形: 圆角 196">
                <a:extLst>
                  <a:ext uri="{FF2B5EF4-FFF2-40B4-BE49-F238E27FC236}">
                    <a16:creationId xmlns:a16="http://schemas.microsoft.com/office/drawing/2014/main" id="{00FAAAF7-2F7B-4988-A066-5FD4E5A1282D}"/>
                  </a:ext>
                </a:extLst>
              </p:cNvPr>
              <p:cNvSpPr/>
              <p:nvPr/>
            </p:nvSpPr>
            <p:spPr>
              <a:xfrm>
                <a:off x="2209762" y="110884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Attitude</a:t>
                </a:r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6D3F1DD6-9F96-4A8C-AAA3-C08D359C2BB1}"/>
                  </a:ext>
                </a:extLst>
              </p:cNvPr>
              <p:cNvSpPr txBox="1"/>
              <p:nvPr/>
            </p:nvSpPr>
            <p:spPr>
              <a:xfrm>
                <a:off x="2209759" y="1058740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CA6C8DC1-9CEE-4B14-BA62-BE0C18C919B1}"/>
                </a:ext>
              </a:extLst>
            </p:cNvPr>
            <p:cNvSpPr/>
            <p:nvPr/>
          </p:nvSpPr>
          <p:spPr>
            <a:xfrm>
              <a:off x="1384456" y="99152"/>
              <a:ext cx="2465911" cy="267063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1F06AF70-0671-4F44-A085-BD5720928F44}"/>
              </a:ext>
            </a:extLst>
          </p:cNvPr>
          <p:cNvGrpSpPr/>
          <p:nvPr/>
        </p:nvGrpSpPr>
        <p:grpSpPr>
          <a:xfrm>
            <a:off x="1125178" y="2870010"/>
            <a:ext cx="2465911" cy="2221682"/>
            <a:chOff x="1384456" y="99152"/>
            <a:chExt cx="2465911" cy="2221682"/>
          </a:xfrm>
        </p:grpSpPr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23FB1FA6-EFE4-4125-8C4B-ACE00930F8DA}"/>
                </a:ext>
              </a:extLst>
            </p:cNvPr>
            <p:cNvGrpSpPr/>
            <p:nvPr/>
          </p:nvGrpSpPr>
          <p:grpSpPr>
            <a:xfrm>
              <a:off x="2722337" y="1242772"/>
              <a:ext cx="938918" cy="436051"/>
              <a:chOff x="3331054" y="1054493"/>
              <a:chExt cx="925354" cy="436051"/>
            </a:xfrm>
          </p:grpSpPr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396645BF-83EE-454A-B857-95AC75FE1383}"/>
                  </a:ext>
                </a:extLst>
              </p:cNvPr>
              <p:cNvSpPr/>
              <p:nvPr/>
            </p:nvSpPr>
            <p:spPr>
              <a:xfrm>
                <a:off x="3331054" y="1105642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Velocity</a:t>
                </a:r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CC0D4D53-1CF6-4F9F-A5CC-03610A164F81}"/>
                  </a:ext>
                </a:extLst>
              </p:cNvPr>
              <p:cNvSpPr txBox="1"/>
              <p:nvPr/>
            </p:nvSpPr>
            <p:spPr>
              <a:xfrm>
                <a:off x="3331054" y="1054493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D8C4447B-05FF-4032-9E37-F622E87C96B2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223" name="组合 222">
                <a:extLst>
                  <a:ext uri="{FF2B5EF4-FFF2-40B4-BE49-F238E27FC236}">
                    <a16:creationId xmlns:a16="http://schemas.microsoft.com/office/drawing/2014/main" id="{A3BA7483-74DF-48AA-B400-E99F367C26FB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230" name="组合 229">
                  <a:extLst>
                    <a:ext uri="{FF2B5EF4-FFF2-40B4-BE49-F238E27FC236}">
                      <a16:creationId xmlns:a16="http://schemas.microsoft.com/office/drawing/2014/main" id="{77831BA3-7507-4A4D-B877-646431A1E91B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32" name="矩形: 圆角 231">
                    <a:extLst>
                      <a:ext uri="{FF2B5EF4-FFF2-40B4-BE49-F238E27FC236}">
                        <a16:creationId xmlns:a16="http://schemas.microsoft.com/office/drawing/2014/main" id="{7A7DE24F-915C-4076-B107-4F04E6078836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33" name="对象 232">
                    <a:extLst>
                      <a:ext uri="{FF2B5EF4-FFF2-40B4-BE49-F238E27FC236}">
                        <a16:creationId xmlns:a16="http://schemas.microsoft.com/office/drawing/2014/main" id="{B545C127-F183-4902-8961-92BC077021B4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6565398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1" name="Equation" r:id="rId10" imgW="1803240" imgH="215640" progId="Equation.DSMT4">
                          <p:embed/>
                        </p:oleObj>
                      </mc:Choice>
                      <mc:Fallback>
                        <p:oleObj name="Equation" r:id="rId10" imgW="1803240" imgH="215640" progId="Equation.DSMT4">
                          <p:embed/>
                          <p:pic>
                            <p:nvPicPr>
                              <p:cNvPr id="36" name="对象 35">
                                <a:extLst>
                                  <a:ext uri="{FF2B5EF4-FFF2-40B4-BE49-F238E27FC236}">
                                    <a16:creationId xmlns:a16="http://schemas.microsoft.com/office/drawing/2014/main" id="{C420F992-D6D4-4E3B-BDF1-A99407C63E1D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D9511444-9BBD-4A42-8192-D5E3DEE7AFF7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24" name="组合 223">
                <a:extLst>
                  <a:ext uri="{FF2B5EF4-FFF2-40B4-BE49-F238E27FC236}">
                    <a16:creationId xmlns:a16="http://schemas.microsoft.com/office/drawing/2014/main" id="{99E1BA04-17B5-4526-9E90-1A69B6E95955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226" name="组合 225">
                  <a:extLst>
                    <a:ext uri="{FF2B5EF4-FFF2-40B4-BE49-F238E27FC236}">
                      <a16:creationId xmlns:a16="http://schemas.microsoft.com/office/drawing/2014/main" id="{4FD5255B-EC9E-464B-925B-1B5742888B73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28" name="矩形: 圆角 227">
                    <a:extLst>
                      <a:ext uri="{FF2B5EF4-FFF2-40B4-BE49-F238E27FC236}">
                        <a16:creationId xmlns:a16="http://schemas.microsoft.com/office/drawing/2014/main" id="{BE7BB4C5-54C2-46CA-8544-BBDDA5B43693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29" name="对象 228">
                    <a:extLst>
                      <a:ext uri="{FF2B5EF4-FFF2-40B4-BE49-F238E27FC236}">
                        <a16:creationId xmlns:a16="http://schemas.microsoft.com/office/drawing/2014/main" id="{8FB640C2-A62B-4F16-997A-A18D64B85DC1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3985087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2" name="Equation" r:id="rId11" imgW="1803240" imgH="215640" progId="Equation.DSMT4">
                          <p:embed/>
                        </p:oleObj>
                      </mc:Choice>
                      <mc:Fallback>
                        <p:oleObj name="Equation" r:id="rId11" imgW="1803240" imgH="215640" progId="Equation.DSMT4">
                          <p:embed/>
                          <p:pic>
                            <p:nvPicPr>
                              <p:cNvPr id="103" name="对象 102">
                                <a:extLst>
                                  <a:ext uri="{FF2B5EF4-FFF2-40B4-BE49-F238E27FC236}">
                                    <a16:creationId xmlns:a16="http://schemas.microsoft.com/office/drawing/2014/main" id="{D044FCD8-FAC0-4587-85D2-ED9EE037FE23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27" name="文本框 226">
                  <a:extLst>
                    <a:ext uri="{FF2B5EF4-FFF2-40B4-BE49-F238E27FC236}">
                      <a16:creationId xmlns:a16="http://schemas.microsoft.com/office/drawing/2014/main" id="{D5D9D1A9-5CFE-43E4-BFC8-CB1655C199B6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" name="矩形: 圆角 224">
                <a:extLst>
                  <a:ext uri="{FF2B5EF4-FFF2-40B4-BE49-F238E27FC236}">
                    <a16:creationId xmlns:a16="http://schemas.microsoft.com/office/drawing/2014/main" id="{430F76E3-3F3B-4D85-AB2E-317623BAA1B2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1A41F21E-4AB5-4D7C-ADB7-C8831BB70DAB}"/>
                </a:ext>
              </a:extLst>
            </p:cNvPr>
            <p:cNvGrpSpPr/>
            <p:nvPr/>
          </p:nvGrpSpPr>
          <p:grpSpPr>
            <a:xfrm>
              <a:off x="1535645" y="1247842"/>
              <a:ext cx="1064218" cy="977364"/>
              <a:chOff x="419627" y="2233837"/>
              <a:chExt cx="1064218" cy="977364"/>
            </a:xfrm>
          </p:grpSpPr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7BFCA8F7-2055-477F-8E1F-8F61D74DA5D2}"/>
                  </a:ext>
                </a:extLst>
              </p:cNvPr>
              <p:cNvGrpSpPr/>
              <p:nvPr/>
            </p:nvGrpSpPr>
            <p:grpSpPr>
              <a:xfrm>
                <a:off x="473138" y="2729238"/>
                <a:ext cx="938918" cy="409130"/>
                <a:chOff x="1114348" y="1060687"/>
                <a:chExt cx="925354" cy="409130"/>
              </a:xfrm>
            </p:grpSpPr>
            <p:sp>
              <p:nvSpPr>
                <p:cNvPr id="221" name="矩形: 圆角 220">
                  <a:extLst>
                    <a:ext uri="{FF2B5EF4-FFF2-40B4-BE49-F238E27FC236}">
                      <a16:creationId xmlns:a16="http://schemas.microsoft.com/office/drawing/2014/main" id="{A021C49F-D81B-4C93-843C-BACB845A67F0}"/>
                    </a:ext>
                  </a:extLst>
                </p:cNvPr>
                <p:cNvSpPr/>
                <p:nvPr/>
              </p:nvSpPr>
              <p:spPr>
                <a:xfrm>
                  <a:off x="1114348" y="1084915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Position</a:t>
                  </a:r>
                </a:p>
              </p:txBody>
            </p:sp>
            <p:sp>
              <p:nvSpPr>
                <p:cNvPr id="222" name="文本框 221">
                  <a:extLst>
                    <a:ext uri="{FF2B5EF4-FFF2-40B4-BE49-F238E27FC236}">
                      <a16:creationId xmlns:a16="http://schemas.microsoft.com/office/drawing/2014/main" id="{65BDA8EA-3E98-4864-9A56-BA767441183D}"/>
                    </a:ext>
                  </a:extLst>
                </p:cNvPr>
                <p:cNvSpPr txBox="1"/>
                <p:nvPr/>
              </p:nvSpPr>
              <p:spPr>
                <a:xfrm>
                  <a:off x="1114350" y="1060687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17" name="组合 216">
                <a:extLst>
                  <a:ext uri="{FF2B5EF4-FFF2-40B4-BE49-F238E27FC236}">
                    <a16:creationId xmlns:a16="http://schemas.microsoft.com/office/drawing/2014/main" id="{88AA9F69-EB3B-4B1D-ACAB-ED3BF5A33643}"/>
                  </a:ext>
                </a:extLst>
              </p:cNvPr>
              <p:cNvGrpSpPr/>
              <p:nvPr/>
            </p:nvGrpSpPr>
            <p:grpSpPr>
              <a:xfrm>
                <a:off x="473135" y="2233837"/>
                <a:ext cx="938921" cy="435318"/>
                <a:chOff x="1114347" y="1068282"/>
                <a:chExt cx="925357" cy="435318"/>
              </a:xfrm>
            </p:grpSpPr>
            <p:sp>
              <p:nvSpPr>
                <p:cNvPr id="238" name="矩形: 圆角 237">
                  <a:extLst>
                    <a:ext uri="{FF2B5EF4-FFF2-40B4-BE49-F238E27FC236}">
                      <a16:creationId xmlns:a16="http://schemas.microsoft.com/office/drawing/2014/main" id="{24301650-180C-40C1-8D5A-7284268C84E0}"/>
                    </a:ext>
                  </a:extLst>
                </p:cNvPr>
                <p:cNvSpPr/>
                <p:nvPr/>
              </p:nvSpPr>
              <p:spPr>
                <a:xfrm>
                  <a:off x="1114350" y="1118698"/>
                  <a:ext cx="925354" cy="384902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Position</a:t>
                  </a:r>
                </a:p>
              </p:txBody>
            </p: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C724EA44-BE21-4066-9C21-96B0B70CC6C0}"/>
                    </a:ext>
                  </a:extLst>
                </p:cNvPr>
                <p:cNvSpPr txBox="1"/>
                <p:nvPr/>
              </p:nvSpPr>
              <p:spPr>
                <a:xfrm>
                  <a:off x="1114347" y="1068282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0" name="矩形: 圆角 239">
                <a:extLst>
                  <a:ext uri="{FF2B5EF4-FFF2-40B4-BE49-F238E27FC236}">
                    <a16:creationId xmlns:a16="http://schemas.microsoft.com/office/drawing/2014/main" id="{434589CC-1A10-4A01-8414-5FD1B109A78D}"/>
                  </a:ext>
                </a:extLst>
              </p:cNvPr>
              <p:cNvSpPr/>
              <p:nvPr/>
            </p:nvSpPr>
            <p:spPr>
              <a:xfrm>
                <a:off x="419627" y="2244731"/>
                <a:ext cx="1064218" cy="96647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13" name="矩形: 圆角 212">
              <a:extLst>
                <a:ext uri="{FF2B5EF4-FFF2-40B4-BE49-F238E27FC236}">
                  <a16:creationId xmlns:a16="http://schemas.microsoft.com/office/drawing/2014/main" id="{BEC81873-067A-401B-9869-F7DC05D1C48B}"/>
                </a:ext>
              </a:extLst>
            </p:cNvPr>
            <p:cNvSpPr/>
            <p:nvPr/>
          </p:nvSpPr>
          <p:spPr>
            <a:xfrm>
              <a:off x="1384456" y="99152"/>
              <a:ext cx="2465911" cy="222168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41" name="连接符: 肘形 240">
            <a:extLst>
              <a:ext uri="{FF2B5EF4-FFF2-40B4-BE49-F238E27FC236}">
                <a16:creationId xmlns:a16="http://schemas.microsoft.com/office/drawing/2014/main" id="{0C59D187-3D61-402F-9621-34663485AACB}"/>
              </a:ext>
            </a:extLst>
          </p:cNvPr>
          <p:cNvCxnSpPr>
            <a:cxnSpLocks/>
            <a:stCxn id="213" idx="3"/>
            <a:endCxn id="80" idx="1"/>
          </p:cNvCxnSpPr>
          <p:nvPr/>
        </p:nvCxnSpPr>
        <p:spPr>
          <a:xfrm flipV="1">
            <a:off x="3591089" y="3786872"/>
            <a:ext cx="827022" cy="193979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44" name="组合 243">
            <a:extLst>
              <a:ext uri="{FF2B5EF4-FFF2-40B4-BE49-F238E27FC236}">
                <a16:creationId xmlns:a16="http://schemas.microsoft.com/office/drawing/2014/main" id="{F04C528D-D4DF-4791-B5EB-22CADDAC7E06}"/>
              </a:ext>
            </a:extLst>
          </p:cNvPr>
          <p:cNvGrpSpPr/>
          <p:nvPr/>
        </p:nvGrpSpPr>
        <p:grpSpPr>
          <a:xfrm>
            <a:off x="1132972" y="5130600"/>
            <a:ext cx="2465911" cy="1685650"/>
            <a:chOff x="1384456" y="99152"/>
            <a:chExt cx="2465911" cy="1685650"/>
          </a:xfrm>
        </p:grpSpPr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5F7BEF77-E205-4873-B135-415332ADCF34}"/>
                </a:ext>
              </a:extLst>
            </p:cNvPr>
            <p:cNvGrpSpPr/>
            <p:nvPr/>
          </p:nvGrpSpPr>
          <p:grpSpPr>
            <a:xfrm>
              <a:off x="2722337" y="1242772"/>
              <a:ext cx="938918" cy="436051"/>
              <a:chOff x="3331054" y="1054493"/>
              <a:chExt cx="925354" cy="436051"/>
            </a:xfrm>
          </p:grpSpPr>
          <p:sp>
            <p:nvSpPr>
              <p:cNvPr id="267" name="矩形: 圆角 266">
                <a:extLst>
                  <a:ext uri="{FF2B5EF4-FFF2-40B4-BE49-F238E27FC236}">
                    <a16:creationId xmlns:a16="http://schemas.microsoft.com/office/drawing/2014/main" id="{067129DC-DED4-4534-ABBC-C80491A0B4D3}"/>
                  </a:ext>
                </a:extLst>
              </p:cNvPr>
              <p:cNvSpPr/>
              <p:nvPr/>
            </p:nvSpPr>
            <p:spPr>
              <a:xfrm>
                <a:off x="3331054" y="1105642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Velocity</a:t>
                </a:r>
              </a:p>
            </p:txBody>
          </p:sp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6A1D4B54-131B-48CA-B734-BCE7D4BA1D6D}"/>
                  </a:ext>
                </a:extLst>
              </p:cNvPr>
              <p:cNvSpPr txBox="1"/>
              <p:nvPr/>
            </p:nvSpPr>
            <p:spPr>
              <a:xfrm>
                <a:off x="3331054" y="1054493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46" name="组合 245">
              <a:extLst>
                <a:ext uri="{FF2B5EF4-FFF2-40B4-BE49-F238E27FC236}">
                  <a16:creationId xmlns:a16="http://schemas.microsoft.com/office/drawing/2014/main" id="{FC5B45E5-153A-4CEE-8FEB-863961393EA9}"/>
                </a:ext>
              </a:extLst>
            </p:cNvPr>
            <p:cNvGrpSpPr/>
            <p:nvPr/>
          </p:nvGrpSpPr>
          <p:grpSpPr>
            <a:xfrm>
              <a:off x="1530546" y="195841"/>
              <a:ext cx="2180785" cy="1022462"/>
              <a:chOff x="1530546" y="195841"/>
              <a:chExt cx="2011491" cy="1022462"/>
            </a:xfrm>
          </p:grpSpPr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7A8944E9-BD46-4083-9B66-64E77B0FCB85}"/>
                  </a:ext>
                </a:extLst>
              </p:cNvPr>
              <p:cNvGrpSpPr/>
              <p:nvPr/>
            </p:nvGrpSpPr>
            <p:grpSpPr>
              <a:xfrm>
                <a:off x="1584607" y="212311"/>
                <a:ext cx="1911241" cy="435010"/>
                <a:chOff x="2209760" y="1058740"/>
                <a:chExt cx="1911241" cy="435010"/>
              </a:xfrm>
            </p:grpSpPr>
            <p:grpSp>
              <p:nvGrpSpPr>
                <p:cNvPr id="263" name="组合 262">
                  <a:extLst>
                    <a:ext uri="{FF2B5EF4-FFF2-40B4-BE49-F238E27FC236}">
                      <a16:creationId xmlns:a16="http://schemas.microsoft.com/office/drawing/2014/main" id="{06A149B8-965C-4721-99FD-1173B398D8AD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65" name="矩形: 圆角 264">
                    <a:extLst>
                      <a:ext uri="{FF2B5EF4-FFF2-40B4-BE49-F238E27FC236}">
                        <a16:creationId xmlns:a16="http://schemas.microsoft.com/office/drawing/2014/main" id="{36C4EE2E-E128-4C09-8E37-74AE0E88C98F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66" name="对象 265">
                    <a:extLst>
                      <a:ext uri="{FF2B5EF4-FFF2-40B4-BE49-F238E27FC236}">
                        <a16:creationId xmlns:a16="http://schemas.microsoft.com/office/drawing/2014/main" id="{F6046E0B-0D86-440B-9F1D-769C78692219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6565398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3" name="Equation" r:id="rId12" imgW="1803240" imgH="215640" progId="Equation.DSMT4">
                          <p:embed/>
                        </p:oleObj>
                      </mc:Choice>
                      <mc:Fallback>
                        <p:oleObj name="Equation" r:id="rId12" imgW="1803240" imgH="215640" progId="Equation.DSMT4">
                          <p:embed/>
                          <p:pic>
                            <p:nvPicPr>
                              <p:cNvPr id="233" name="对象 232">
                                <a:extLst>
                                  <a:ext uri="{FF2B5EF4-FFF2-40B4-BE49-F238E27FC236}">
                                    <a16:creationId xmlns:a16="http://schemas.microsoft.com/office/drawing/2014/main" id="{B545C127-F183-4902-8961-92BC077021B4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7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0CF6C103-A48E-43BA-AAE1-FC3FCA870678}"/>
                    </a:ext>
                  </a:extLst>
                </p:cNvPr>
                <p:cNvSpPr txBox="1"/>
                <p:nvPr/>
              </p:nvSpPr>
              <p:spPr>
                <a:xfrm>
                  <a:off x="2209760" y="1058740"/>
                  <a:ext cx="393650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57" name="组合 256">
                <a:extLst>
                  <a:ext uri="{FF2B5EF4-FFF2-40B4-BE49-F238E27FC236}">
                    <a16:creationId xmlns:a16="http://schemas.microsoft.com/office/drawing/2014/main" id="{1B07033A-CD69-4A12-AB40-2C0E61D8EB30}"/>
                  </a:ext>
                </a:extLst>
              </p:cNvPr>
              <p:cNvGrpSpPr/>
              <p:nvPr/>
            </p:nvGrpSpPr>
            <p:grpSpPr>
              <a:xfrm>
                <a:off x="1584606" y="715307"/>
                <a:ext cx="1911242" cy="435010"/>
                <a:chOff x="2209759" y="1058740"/>
                <a:chExt cx="1911242" cy="435010"/>
              </a:xfrm>
            </p:grpSpPr>
            <p:grpSp>
              <p:nvGrpSpPr>
                <p:cNvPr id="259" name="组合 258">
                  <a:extLst>
                    <a:ext uri="{FF2B5EF4-FFF2-40B4-BE49-F238E27FC236}">
                      <a16:creationId xmlns:a16="http://schemas.microsoft.com/office/drawing/2014/main" id="{426ACB3B-A2B0-453F-8E2C-8EC64320C758}"/>
                    </a:ext>
                  </a:extLst>
                </p:cNvPr>
                <p:cNvGrpSpPr/>
                <p:nvPr/>
              </p:nvGrpSpPr>
              <p:grpSpPr>
                <a:xfrm>
                  <a:off x="2209761" y="1108848"/>
                  <a:ext cx="1911240" cy="384902"/>
                  <a:chOff x="2209761" y="1108848"/>
                  <a:chExt cx="1911240" cy="384902"/>
                </a:xfrm>
              </p:grpSpPr>
              <p:sp>
                <p:nvSpPr>
                  <p:cNvPr id="261" name="矩形: 圆角 260">
                    <a:extLst>
                      <a:ext uri="{FF2B5EF4-FFF2-40B4-BE49-F238E27FC236}">
                        <a16:creationId xmlns:a16="http://schemas.microsoft.com/office/drawing/2014/main" id="{CEF5400B-66C7-4AD2-A57D-87BBAC2E2630}"/>
                      </a:ext>
                    </a:extLst>
                  </p:cNvPr>
                  <p:cNvSpPr/>
                  <p:nvPr/>
                </p:nvSpPr>
                <p:spPr>
                  <a:xfrm>
                    <a:off x="2209761" y="1108848"/>
                    <a:ext cx="1911240" cy="384902"/>
                  </a:xfrm>
                  <a:prstGeom prst="roundRect">
                    <a:avLst/>
                  </a:prstGeom>
                  <a:noFill/>
                  <a:ln w="12700">
                    <a:solidFill>
                      <a:schemeClr val="tx1"/>
                    </a:solidFill>
                    <a:prstDash val="lg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graphicFrame>
                <p:nvGraphicFramePr>
                  <p:cNvPr id="262" name="对象 261">
                    <a:extLst>
                      <a:ext uri="{FF2B5EF4-FFF2-40B4-BE49-F238E27FC236}">
                        <a16:creationId xmlns:a16="http://schemas.microsoft.com/office/drawing/2014/main" id="{377D4433-BEE6-4E1A-9B84-8075A56CB3FD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739850871"/>
                      </p:ext>
                    </p:extLst>
                  </p:nvPr>
                </p:nvGraphicFramePr>
                <p:xfrm>
                  <a:off x="2278142" y="1217613"/>
                  <a:ext cx="1803400" cy="21590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174" name="Equation" r:id="rId13" imgW="1803240" imgH="215640" progId="Equation.DSMT4">
                          <p:embed/>
                        </p:oleObj>
                      </mc:Choice>
                      <mc:Fallback>
                        <p:oleObj name="Equation" r:id="rId13" imgW="1803240" imgH="215640" progId="Equation.DSMT4">
                          <p:embed/>
                          <p:pic>
                            <p:nvPicPr>
                              <p:cNvPr id="229" name="对象 228">
                                <a:extLst>
                                  <a:ext uri="{FF2B5EF4-FFF2-40B4-BE49-F238E27FC236}">
                                    <a16:creationId xmlns:a16="http://schemas.microsoft.com/office/drawing/2014/main" id="{8FB640C2-A62B-4F16-997A-A18D64B85DC1}"/>
                                  </a:ext>
                                </a:extLst>
                              </p:cNvPr>
                              <p:cNvPicPr/>
                              <p:nvPr/>
                            </p:nvPicPr>
                            <p:blipFill>
                              <a:blip r:embed="rId9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278142" y="1217613"/>
                                <a:ext cx="1803400" cy="215900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p:grpSp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B0D4A661-C203-4355-BEC3-9E4ACDEF9BC9}"/>
                    </a:ext>
                  </a:extLst>
                </p:cNvPr>
                <p:cNvSpPr txBox="1"/>
                <p:nvPr/>
              </p:nvSpPr>
              <p:spPr>
                <a:xfrm>
                  <a:off x="2209759" y="1058740"/>
                  <a:ext cx="43966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00" i="1" dirty="0" err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pprv</a:t>
                  </a:r>
                  <a:endParaRPr lang="zh-CN" altLang="en-US" sz="10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58" name="矩形: 圆角 257">
                <a:extLst>
                  <a:ext uri="{FF2B5EF4-FFF2-40B4-BE49-F238E27FC236}">
                    <a16:creationId xmlns:a16="http://schemas.microsoft.com/office/drawing/2014/main" id="{750A5F9F-B47F-4C8F-BA00-63CA04DB3D09}"/>
                  </a:ext>
                </a:extLst>
              </p:cNvPr>
              <p:cNvSpPr/>
              <p:nvPr/>
            </p:nvSpPr>
            <p:spPr>
              <a:xfrm>
                <a:off x="1530546" y="195841"/>
                <a:ext cx="2011491" cy="10224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50" name="组合 249">
              <a:extLst>
                <a:ext uri="{FF2B5EF4-FFF2-40B4-BE49-F238E27FC236}">
                  <a16:creationId xmlns:a16="http://schemas.microsoft.com/office/drawing/2014/main" id="{47F5E2B8-E2FB-482C-867F-AFB4F875AC09}"/>
                </a:ext>
              </a:extLst>
            </p:cNvPr>
            <p:cNvGrpSpPr/>
            <p:nvPr/>
          </p:nvGrpSpPr>
          <p:grpSpPr>
            <a:xfrm>
              <a:off x="1589153" y="1247842"/>
              <a:ext cx="938921" cy="435318"/>
              <a:chOff x="1114347" y="1068282"/>
              <a:chExt cx="925357" cy="435318"/>
            </a:xfrm>
          </p:grpSpPr>
          <p:sp>
            <p:nvSpPr>
              <p:cNvPr id="252" name="矩形: 圆角 251">
                <a:extLst>
                  <a:ext uri="{FF2B5EF4-FFF2-40B4-BE49-F238E27FC236}">
                    <a16:creationId xmlns:a16="http://schemas.microsoft.com/office/drawing/2014/main" id="{00F220B0-2191-4113-8EBF-49D6CBFA1FF6}"/>
                  </a:ext>
                </a:extLst>
              </p:cNvPr>
              <p:cNvSpPr/>
              <p:nvPr/>
            </p:nvSpPr>
            <p:spPr>
              <a:xfrm>
                <a:off x="1114350" y="1118698"/>
                <a:ext cx="925354" cy="38490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  <a:prstDash val="lgDash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Position</a:t>
                </a:r>
              </a:p>
            </p:txBody>
          </p:sp>
          <p:sp>
            <p:nvSpPr>
              <p:cNvPr id="253" name="文本框 252">
                <a:extLst>
                  <a:ext uri="{FF2B5EF4-FFF2-40B4-BE49-F238E27FC236}">
                    <a16:creationId xmlns:a16="http://schemas.microsoft.com/office/drawing/2014/main" id="{DD155861-7DDC-49F7-993C-F2427E70A2E5}"/>
                  </a:ext>
                </a:extLst>
              </p:cNvPr>
              <p:cNvSpPr txBox="1"/>
              <p:nvPr/>
            </p:nvSpPr>
            <p:spPr>
              <a:xfrm>
                <a:off x="1114347" y="1068282"/>
                <a:ext cx="43966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i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prv</a:t>
                </a:r>
                <a:endParaRPr lang="zh-CN" altLang="en-US" sz="1000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8" name="矩形: 圆角 247">
              <a:extLst>
                <a:ext uri="{FF2B5EF4-FFF2-40B4-BE49-F238E27FC236}">
                  <a16:creationId xmlns:a16="http://schemas.microsoft.com/office/drawing/2014/main" id="{2D362443-6999-46C7-86A6-7C6524B5631A}"/>
                </a:ext>
              </a:extLst>
            </p:cNvPr>
            <p:cNvSpPr/>
            <p:nvPr/>
          </p:nvSpPr>
          <p:spPr>
            <a:xfrm>
              <a:off x="1384456" y="99152"/>
              <a:ext cx="2465911" cy="1685650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269" name="连接符: 肘形 268">
            <a:extLst>
              <a:ext uri="{FF2B5EF4-FFF2-40B4-BE49-F238E27FC236}">
                <a16:creationId xmlns:a16="http://schemas.microsoft.com/office/drawing/2014/main" id="{6B54F283-7907-4F45-BC05-547E339A1719}"/>
              </a:ext>
            </a:extLst>
          </p:cNvPr>
          <p:cNvCxnSpPr>
            <a:cxnSpLocks/>
            <a:stCxn id="248" idx="3"/>
            <a:endCxn id="87" idx="1"/>
          </p:cNvCxnSpPr>
          <p:nvPr/>
        </p:nvCxnSpPr>
        <p:spPr>
          <a:xfrm flipV="1">
            <a:off x="3598883" y="5081060"/>
            <a:ext cx="815295" cy="892365"/>
          </a:xfrm>
          <a:prstGeom prst="bentConnector3">
            <a:avLst>
              <a:gd name="adj1" fmla="val 50000"/>
            </a:avLst>
          </a:prstGeom>
          <a:ln w="12700">
            <a:prstDash val="lgDashDot"/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45144CF3-4A83-4E33-B212-436E4902B55B}"/>
              </a:ext>
            </a:extLst>
          </p:cNvPr>
          <p:cNvSpPr/>
          <p:nvPr/>
        </p:nvSpPr>
        <p:spPr>
          <a:xfrm>
            <a:off x="4561390" y="6345028"/>
            <a:ext cx="1475147" cy="471222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Accuracy Assessment</a:t>
            </a:r>
          </a:p>
        </p:txBody>
      </p:sp>
      <p:sp>
        <p:nvSpPr>
          <p:cNvPr id="284" name="文本框 283">
            <a:extLst>
              <a:ext uri="{FF2B5EF4-FFF2-40B4-BE49-F238E27FC236}">
                <a16:creationId xmlns:a16="http://schemas.microsoft.com/office/drawing/2014/main" id="{54858A9B-B506-498E-BB2B-BF2B359BE767}"/>
              </a:ext>
            </a:extLst>
          </p:cNvPr>
          <p:cNvSpPr txBox="1"/>
          <p:nvPr/>
        </p:nvSpPr>
        <p:spPr>
          <a:xfrm>
            <a:off x="6511039" y="2273871"/>
            <a:ext cx="8640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</a:rPr>
              <a:t>ZUPT Correction</a:t>
            </a:r>
          </a:p>
        </p:txBody>
      </p:sp>
      <p:cxnSp>
        <p:nvCxnSpPr>
          <p:cNvPr id="302" name="连接符: 肘形 301">
            <a:extLst>
              <a:ext uri="{FF2B5EF4-FFF2-40B4-BE49-F238E27FC236}">
                <a16:creationId xmlns:a16="http://schemas.microsoft.com/office/drawing/2014/main" id="{23182045-D3A9-4BA6-8862-7732DBA633D7}"/>
              </a:ext>
            </a:extLst>
          </p:cNvPr>
          <p:cNvCxnSpPr>
            <a:cxnSpLocks/>
            <a:stCxn id="76" idx="2"/>
            <a:endCxn id="283" idx="3"/>
          </p:cNvCxnSpPr>
          <p:nvPr/>
        </p:nvCxnSpPr>
        <p:spPr>
          <a:xfrm rot="5400000">
            <a:off x="3902278" y="2755707"/>
            <a:ext cx="5959191" cy="169067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47023E10-2150-46AE-B113-DDB959316AAC}"/>
              </a:ext>
            </a:extLst>
          </p:cNvPr>
          <p:cNvCxnSpPr>
            <a:cxnSpLocks/>
            <a:stCxn id="86" idx="2"/>
            <a:endCxn id="283" idx="0"/>
          </p:cNvCxnSpPr>
          <p:nvPr/>
        </p:nvCxnSpPr>
        <p:spPr>
          <a:xfrm>
            <a:off x="5298964" y="5301346"/>
            <a:ext cx="0" cy="10436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913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82B49"/>
                </a:solidFill>
              </a:defRPr>
            </a:pPr>
            <a:r>
              <a:t>INS_Mechanization</a:t>
            </a:r>
          </a:p>
          <a:p>
            <a:pPr algn="ctr">
              <a:defRPr sz="2000">
                <a:solidFill>
                  <a:srgbClr val="46505F"/>
                </a:solidFill>
              </a:defRPr>
            </a:pPr>
            <a:r>
              <a:t>Inertial Navigation System Mechanization &amp; Trajectory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837"/>
                </a:solidFill>
              </a:defRPr>
            </a:pPr>
            <a:r>
              <a:t>Mohammed Hsiny</a:t>
            </a:r>
          </a:p>
          <a:p>
            <a:pPr algn="ctr">
              <a:defRPr sz="1500">
                <a:solidFill>
                  <a:srgbClr val="505A64"/>
                </a:solidFill>
              </a:defRPr>
            </a:pPr>
            <a:r>
              <a:t>Electrical Engineering &amp; Industrial Control Student</a:t>
            </a:r>
          </a:p>
          <a:p>
            <a:pPr algn="ctr">
              <a:defRPr sz="1500">
                <a:solidFill>
                  <a:srgbClr val="505A64"/>
                </a:solidFill>
              </a:defRPr>
            </a:pPr>
            <a:r>
              <a:t>Faculty of Sciences and Techniques of Mohammedia</a:t>
            </a:r>
          </a:p>
          <a:p>
            <a:pPr algn="ctr">
              <a:defRPr sz="1300" i="1">
                <a:solidFill>
                  <a:srgbClr val="6E7882"/>
                </a:solidFill>
              </a:defRPr>
            </a:pPr>
            <a:r>
              <a:t>Year: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5735</TotalTime>
  <Words>101</Words>
  <Application>Microsoft Office PowerPoint</Application>
  <PresentationFormat>宽屏</PresentationFormat>
  <Paragraphs>67</Paragraphs>
  <Slides>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宋体</vt:lpstr>
      <vt:lpstr>Arial</vt:lpstr>
      <vt:lpstr>Times New Roman</vt:lpstr>
      <vt:lpstr>Office 主题​​</vt:lpstr>
      <vt:lpstr>Equation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INS_Mechanization - Project Presentation</dc:title>
  <dc:creator>Mohammed Hsiny</dc:creator>
  <cp:lastModifiedBy>钰豪 郭</cp:lastModifiedBy>
  <cp:revision>76</cp:revision>
  <dcterms:created xsi:type="dcterms:W3CDTF">2025-11-05T11:37:46Z</dcterms:created>
  <dcterms:modified xsi:type="dcterms:W3CDTF">2025-11-29T13:53:14Z</dcterms:modified>
  <dc:subject>Inertial Navigation System Mechanization</dc:subject>
  <dc:description>Mohammed Hsiny - Faculty of Sciences and Techniques of Mohammedia - 2026</dc:description>
</cp:coreProperties>
</file>